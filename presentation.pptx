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</p:sldIdLst>
  <p:sldSz cx="11430000" cy="647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73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47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47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47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47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47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47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47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47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47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430000" cy="647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自訂</PresentationFormat>
  <Paragraphs>0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User</cp:lastModifiedBy>
  <cp:revision>2</cp:revision>
  <dcterms:created xsi:type="dcterms:W3CDTF">2013-01-27T09:14:16Z</dcterms:created>
  <dcterms:modified xsi:type="dcterms:W3CDTF">2026-04-27T09:00:33Z</dcterms:modified>
  <cp:category/>
</cp:coreProperties>
</file>